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Networks: IP Subnetting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Subnetting is the practice of dividing a network into two or more smaller networks (subnets).</a:t>
            </a:r>
          </a:p>
          <a:p>
            <a:r>
              <a:t>It helps improve routing efficiency, security, and IP address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